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8604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840480"/>
            <a:ext cx="1828800" cy="18288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5075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Aurum Extract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Extraction Engine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2438988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unstructured documents into clean,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D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structured JSON — instantly.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06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Invoice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0" y="420624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4206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Resume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420624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4206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Contract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0" y="420624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4206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Report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0" y="731520"/>
            <a:ext cx="1737360" cy="8229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78040" y="8046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invoice.pdf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78040" y="1152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D6A7"/>
                </a:solidFill>
              </a:rPr>
              <a:t>Confidence: HIGH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132320" y="1920240"/>
            <a:ext cx="1737360" cy="8229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78040" y="19933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resume.docx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78040" y="2340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D6A7"/>
                </a:solidFill>
              </a:rPr>
              <a:t>Confidence: HIGH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132320" y="3108960"/>
            <a:ext cx="1737360" cy="8229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78040" y="31821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contract.pdf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78040" y="3529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D6A7"/>
                </a:solidFill>
              </a:rPr>
              <a:t>Confidence: MED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engine running in 5 minutes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457200" cy="11155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819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&amp; Create venv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61848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backend frontend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venv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venv/bin/activate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34440"/>
            <a:ext cx="457200" cy="11155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5819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4924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9240" y="161848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fastapi uvicorn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pdfplumber python-docx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google-genai pydantic pandas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496312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496312"/>
            <a:ext cx="457200" cy="11155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437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587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API Key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8803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.env file: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GEMINI_API_KEY=your_key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free key from AI Studio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2496312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496312"/>
            <a:ext cx="457200" cy="11155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8437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9240" y="2587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Backend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9240" y="28803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backend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main:app --reload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 /docs for Swagger UI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758184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58184"/>
            <a:ext cx="457200" cy="11155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10565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8496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Frontend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14223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frontend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localhost:8501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3758184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758184"/>
            <a:ext cx="457200" cy="11155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410565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38496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Extract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9240" y="414223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 document type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 PDF/DOCX/TXT/Image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 Extract!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instruct Gemini to extract structured data reliably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41148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PROMPT RULES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64208"/>
            <a:ext cx="164592" cy="16459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6276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1A"/>
                </a:solidFill>
              </a:rPr>
              <a:t>Return ONLY valid JSON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8836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6B"/>
                </a:solidFill>
              </a:rPr>
              <a:t>No markdown, no explanation text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164592" cy="16459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2494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1A"/>
                </a:solidFill>
              </a:rPr>
              <a:t>Confidence per field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2505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6B"/>
                </a:solidFill>
              </a:rPr>
              <a:t>high / medium / low based on clarity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907792"/>
            <a:ext cx="164592" cy="16459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8712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1A"/>
                </a:solidFill>
              </a:rPr>
              <a:t>Missing = null + note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31272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6B"/>
                </a:solidFill>
              </a:rPr>
              <a:t>Never hallucinate values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529584"/>
            <a:ext cx="164592" cy="16459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4930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1A"/>
                </a:solidFill>
              </a:rPr>
              <a:t>Exact schema template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3749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6B"/>
                </a:solidFill>
              </a:rPr>
              <a:t>LLM fills a provided structure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151376"/>
            <a:ext cx="164592" cy="16459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114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1A"/>
                </a:solidFill>
              </a:rPr>
              <a:t>One prompt per doc type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43708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6B"/>
                </a:solidFill>
              </a:rPr>
              <a:t>Invoice, Resume, Contract, Report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188720"/>
            <a:ext cx="4114800" cy="3566160"/>
          </a:xfrm>
          <a:prstGeom prst="rect">
            <a:avLst/>
          </a:prstGeom>
          <a:solidFill>
            <a:srgbClr val="1A2E1A"/>
          </a:solidFill>
          <a:ln w="12700">
            <a:solidFill>
              <a:srgbClr val="1B5E2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188720"/>
            <a:ext cx="4114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1887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A5D6A7"/>
                </a:solidFill>
              </a:rPr>
              <a:t>PROMPT TEMPLATE (INVOICE)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160020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precise extraction engine.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Return ONLY valid JSON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Each field: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{"value":"...","confidence":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"high|medium|low","note":null}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Missing fields → value: null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NEVER invent values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exact structure: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"vendor":   {"value":"","confidence":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"","note":null},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"total":    {"value":"","confidence":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"","note":null},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"date":     {"value":"","confidence":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"","note":null}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 TEXT: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{text}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Definitions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 validate every LLM response before it reaches the user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01168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🧾 Invoice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1737360"/>
            <a:ext cx="73152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916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" y="2084832"/>
            <a:ext cx="73152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0391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invoice_number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2432304"/>
            <a:ext cx="73152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3865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2779776"/>
            <a:ext cx="73152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7340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due_date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3127248"/>
            <a:ext cx="73152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0815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line_items[ 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3474720"/>
            <a:ext cx="73152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29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subtotal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" y="3822192"/>
            <a:ext cx="73152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7764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" y="4169664"/>
            <a:ext cx="73152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12394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" y="4517136"/>
            <a:ext cx="73152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47141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41448" y="118872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41448" y="1188720"/>
            <a:ext cx="2011680" cy="41148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41448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👤 Resume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51176" y="1737360"/>
            <a:ext cx="73152" cy="16459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16916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51176" y="2084832"/>
            <a:ext cx="73152" cy="16459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97480" y="20391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51176" y="2432304"/>
            <a:ext cx="73152" cy="16459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97480" y="23865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51176" y="2779776"/>
            <a:ext cx="73152" cy="16459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97480" y="27340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51176" y="3127248"/>
            <a:ext cx="73152" cy="16459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97480" y="30815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skills[ ]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51176" y="3474720"/>
            <a:ext cx="73152" cy="16459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97480" y="3429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experience[ ]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51176" y="3822192"/>
            <a:ext cx="73152" cy="16459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97480" y="37764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education[ ]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51176" y="4169664"/>
            <a:ext cx="73152" cy="16459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97480" y="412394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08576" y="118872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08576" y="1188720"/>
            <a:ext cx="2011680" cy="4114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08576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📋 Contract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18304" y="1737360"/>
            <a:ext cx="73152" cy="1645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16916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contract_title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18304" y="2084832"/>
            <a:ext cx="73152" cy="1645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64608" y="20391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contract_type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18304" y="2432304"/>
            <a:ext cx="73152" cy="1645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64608" y="23865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effective_date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18304" y="2779776"/>
            <a:ext cx="73152" cy="1645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64608" y="27340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expiry_date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18304" y="3127248"/>
            <a:ext cx="73152" cy="1645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64608" y="30815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parties[ ]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18304" y="3474720"/>
            <a:ext cx="73152" cy="1645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64608" y="3429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payment_terms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18304" y="3822192"/>
            <a:ext cx="73152" cy="1645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64608" y="37764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termination_clause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18304" y="4169664"/>
            <a:ext cx="73152" cy="1645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64608" y="412394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total_value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775704" y="1188720"/>
            <a:ext cx="2011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775704" y="1188720"/>
            <a:ext cx="201168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75704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Report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885432" y="1737360"/>
            <a:ext cx="73152" cy="16459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31736" y="16916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885432" y="2084832"/>
            <a:ext cx="73152" cy="16459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031736" y="20391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885432" y="2432304"/>
            <a:ext cx="73152" cy="16459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031736" y="23865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885432" y="2779776"/>
            <a:ext cx="73152" cy="16459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31736" y="27340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organization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885432" y="3127248"/>
            <a:ext cx="73152" cy="16459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031736" y="30815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key_findings[ ]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885432" y="3474720"/>
            <a:ext cx="73152" cy="16459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031736" y="34290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recommendations[ ]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885432" y="3822192"/>
            <a:ext cx="73152" cy="16459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031736" y="37764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885432" y="4169664"/>
            <a:ext cx="73152" cy="16459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031736" y="412394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total_pages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E5C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scalar field is typed:  { "value": string | null,  "confidence": "high" | "medium" | "low",  "note": string | null }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Error Handling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extraction passes through a 3-layer safety net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20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192024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</a:rPr>
              <a:t>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1A"/>
                </a:solidFill>
              </a:rPr>
              <a:t>LLM Response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F6B"/>
                </a:solidFill>
              </a:rPr>
              <a:t>Raw text from Gemini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12848" y="15087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AF50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87168" y="1188720"/>
            <a:ext cx="1920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188720"/>
            <a:ext cx="192024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</a:rPr>
              <a:t>{ 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87168" y="16642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1A"/>
                </a:solidFill>
              </a:rPr>
              <a:t>JSON Parse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87168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F6B"/>
                </a:solidFill>
              </a:rPr>
              <a:t>Strip fences · json.loads()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25696" y="15087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AF50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00016" y="1188720"/>
            <a:ext cx="1920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1188720"/>
            <a:ext cx="192024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00016" y="16642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1A"/>
                </a:solidFill>
              </a:rPr>
              <a:t>Pydantic Validate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0016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F6B"/>
                </a:solidFill>
              </a:rPr>
              <a:t>Schema check · type coercion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638544" y="15087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AF50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912864" y="1188720"/>
            <a:ext cx="1920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12864" y="1188720"/>
            <a:ext cx="192024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12864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</a:rPr>
              <a:t>◆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12864" y="16642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1A"/>
                </a:solidFill>
              </a:rPr>
              <a:t>Typed JSON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12864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F6B"/>
                </a:solidFill>
              </a:rPr>
              <a:t>Clean structured output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2423160"/>
            <a:ext cx="85953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231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ERROR TYPE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51760" y="2423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HTTP CODE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80560" y="24231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WHAT HAPPENS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816352"/>
            <a:ext cx="8595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8163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1A"/>
                </a:solidFill>
              </a:rPr>
              <a:t>Unsupported file type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51760" y="2816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480560" y="28163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</a:rPr>
              <a:t>Rejected immediately — clear message returned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163824"/>
            <a:ext cx="859536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1638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1A"/>
                </a:solidFill>
              </a:rPr>
              <a:t>Wrong document type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651760" y="31638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480560" y="316382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</a:rPr>
              <a:t>Validated before processing begins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511296"/>
            <a:ext cx="8595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51129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1A"/>
                </a:solidFill>
              </a:rPr>
              <a:t>LLM returns invalid JSON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651760" y="35112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480560" y="351129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</a:rPr>
              <a:t>json.loads() fails → error surfaced to user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858768"/>
            <a:ext cx="859536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8587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1A"/>
                </a:solidFill>
              </a:rPr>
              <a:t>Pydantic schema mismatch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651760" y="3858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480560" y="38587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</a:rPr>
              <a:t>Field types/shapes validated → rejection with detail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4206240"/>
            <a:ext cx="8595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2062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1A"/>
                </a:solidFill>
              </a:rPr>
              <a:t>Gemini API failure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651760" y="4206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480560" y="42062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</a:rPr>
              <a:t>RuntimeError caught → 502 Bad Gateway returned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4553712"/>
            <a:ext cx="859536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5537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1A"/>
                </a:solidFill>
              </a:rPr>
              <a:t>Scanned PDF (no text)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651760" y="45537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422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480560" y="455371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</a:rPr>
              <a:t>pdfplumber returns empty → OCR fallback or error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Validation Logic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walkthrough from upload to structured JSON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89888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0392" y="1261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</a:rPr>
              <a:t>File Upload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" y="153619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PDF/DOCX/TXT/Image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selects doc type (Invoice / Resume…)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148840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350008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0392" y="2221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</a:rPr>
              <a:t>Text Extraction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" y="249631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→ reads PDF pages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→ reads DOCX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fallback for scanned files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3108960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310128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0392" y="3182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</a:rPr>
              <a:t>Prompt Injection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" y="345643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text inserted into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doc-type-specific prompt template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filled prompt string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4069080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4270248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270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0392" y="41422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</a:rPr>
              <a:t>Gemini API Call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" y="441655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 called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structured instruction prompt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response returned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1188720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83480" y="1389888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22392" y="1261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</a:rPr>
              <a:t>JSON Cleaning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22392" y="153619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```json fences with regex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json.loads() to parse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422 if parsing fails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92040" y="2148840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83480" y="2350008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22392" y="22219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</a:rPr>
              <a:t>Pydantic Validation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22392" y="249631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dict passed to schema class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types + shapes enforced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model_dump() returns clean dict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92040" y="3108960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83480" y="3310128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22392" y="3182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</a:rPr>
              <a:t>Store &amp; Return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22392" y="345643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SQLite with UUID + timestamp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as typed JSON response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displays with confidence badges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4160520"/>
            <a:ext cx="8503920" cy="685800"/>
          </a:xfrm>
          <a:prstGeom prst="rect">
            <a:avLst/>
          </a:prstGeom>
          <a:solidFill>
            <a:srgbClr val="E8F5E9"/>
          </a:solidFill>
          <a:ln w="19050">
            <a:solidFill>
              <a:srgbClr val="A5D6A7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11480" y="4325112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325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50392" y="4206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</a:rPr>
              <a:t>Store &amp; Return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50392" y="447141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</a:rPr>
              <a:t>Saved to SQLite with UUID + timestamp · Returned as typed JSON · Frontend displays with 🟢 High / 🟡 Medium / ⚪ Low confidence badges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Known Failures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works, what fails, and how we plan to improve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402336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❌  WHAT FAILS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</a:rPr>
              <a:t>Scanned / image PDFs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892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</a:rPr>
              <a:t>pdfplumber returns empty text; OCR needed via Tesseract or Vision LLM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</a:rPr>
              <a:t>Complex multi-col layouts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</a:rPr>
              <a:t>pdfplumber reads columns out of order, mixing invoice line items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8895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</a:rPr>
              <a:t>Handwritten documents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136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</a:rPr>
              <a:t>OCR accuracy drops significantly below 60%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5112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</a:rPr>
              <a:t>Tables in PDFs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758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</a:rPr>
              <a:t>Cell boundaries lost in text extraction; data merges incorrectly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4133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</a:rPr>
              <a:t>Non-English documents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379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</a:rPr>
              <a:t>LLM may mix languages in output or miss fields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188720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188720"/>
            <a:ext cx="416052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1887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✅  HOW TO IMPROVE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73168" y="1645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Vision LLM for scanned docs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73168" y="1892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</a:rPr>
              <a:t>Send page images directly to Gemini Vision instead of extracting text first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73168" y="22677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PDF table extraction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73168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</a:rPr>
              <a:t>Use pdfplumber extract_table() for structured table detection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28895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Few-shot examples in prompt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3168" y="3136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</a:rPr>
              <a:t>Add 2-3 sample extractions to prompt for better accuracy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73168" y="35112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Post-process validation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73168" y="3758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</a:rPr>
              <a:t>Cross-check totals = sum(line_items) for invoices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73168" y="41330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User correction loop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73168" y="4379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5C3E"/>
                </a:solidFill>
              </a:rPr>
              <a:t>Already built — corrections feed back to improve future prompts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Aurum Extract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5D6A7"/>
                </a:solidFill>
              </a:rPr>
              <a:t>Document Extraction Engine — Summary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01168" cy="201168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FastAPI backend · Streamlit UI · Gemini 2.5 Flash LLM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201168" cy="201168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4597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4 document types: Invoice, Resume, Contract, Report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71216"/>
            <a:ext cx="201168" cy="201168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84378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PDF · DOCX · TXT · Image (PNG/JPG) support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55264"/>
            <a:ext cx="201168" cy="201168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278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Pydantic schema validation on every extraction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39312"/>
            <a:ext cx="201168" cy="201168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611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Confidence scoring: High / Medium / Low per field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201168" cy="201168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9959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SQLite storage · CSV &amp; Excel export · Inline correction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407408"/>
            <a:ext cx="201168" cy="201168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37997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Batch upload with progress queue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985</Words>
  <Application>Microsoft Office PowerPoint</Application>
  <PresentationFormat>On-screen Show (16:9)</PresentationFormat>
  <Paragraphs>240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Aurum Extract — Document Extraction Engine</dc:title>
  <dc:subject>PptxGenJS Presentation</dc:subject>
  <dc:creator>PptxGenJS</dc:creator>
  <cp:lastModifiedBy>Aparajita Sah</cp:lastModifiedBy>
  <cp:revision>2</cp:revision>
  <dcterms:created xsi:type="dcterms:W3CDTF">2026-05-23T05:55:03Z</dcterms:created>
  <dcterms:modified xsi:type="dcterms:W3CDTF">2026-05-23T06:14:59Z</dcterms:modified>
</cp:coreProperties>
</file>